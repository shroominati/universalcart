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UniversalCart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cart. Every store. One-click checkout.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universal shopping layer for the browser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348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  |  v0.5.0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shoppers abandon carts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checkout friction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371600"/>
            <a:ext cx="19202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5-12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check 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stores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promo codes go unused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the 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let you hold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vendors for months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Chrome Extension that creates a universal shopping layer across the entire web.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0604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9659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Cart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from any store to one cart. Hold items for months with live price tracking and buy recommendations.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0604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9659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Checkout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launches AI agents that fill shipping, payment, and promo codes across every vendor simultaneously.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9659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Deals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Auto-finds promo codes, signs up for newsletters, scans for price drops, and alerts you when to buy.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64008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916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9202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any website. Our content script detects products via JSON-LD, OpenGraph, Microdata, and DOM heuristics.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 Cart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9202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floating button. Product goes to your universal cart with price tracking enabled.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6916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&amp; Watch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19202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items for months. Prices auto-refresh daily. Get alerts on drops and buy recommendations.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9202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open each vendor, fill forms, apply best promo codes, solve CAPTCHAs, and complete purchase.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64008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system: hand-tuned Playwright scripts for Amazon, eBay, Shopify, Walmart, Target, Best Buy — plus Claude Vision LLM fallback for unknown stores.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64008" cy="10515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every known coupon code at checkout, applies the one with the highest discount. Sources from web scraping, deal databases, and email newsletters.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64008" cy="1051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Scout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Google Shopping, SerpAPI, and vendor sites to find the same product cheaper elsewhere. Runs in background with configurable alerts.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Hardening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&amp; Sessions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hashing, timing-safe comparison, 48-byte opaque tokens, session eviction, brute-force rate limiting (5 attempts / 15 min)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40233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 on all 30+ endpoints, recursive XSS sanitization, prototype pollution protection, content-type enforcement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40233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Signing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signatures with timestamp + nonce for replay protection, CSRF double-submit cookies, session fingerprinting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0233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Vault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with PBKDF2 key derivation, API key rotation with grace periods, structured audit trail with chain hashing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1430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V3, TypeScript, esbuild, WebSocket reconnect with backoff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594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Playwright, SQLite (WAL), structured JSON logging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54864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API (Haiku + Sonnet), SerpAPI, autonomous agent loop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3756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3375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validation, HMAC signing, rate limiting, CSRF, session fingerprinting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069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build, GitHub Actions CI/CD, OpenAPI 3.1 spec, Swagger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files  |  31 TypeScript modules  |  3 AI agents  |  9 services  |  30+ API endpoints  |  176 tests passing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Coverage &amp; Quality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52120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18872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1887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536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services, cart store, audit logger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52120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011680"/>
            <a:ext cx="54864" cy="685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011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359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chain, request pipeline, error handling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834640"/>
            <a:ext cx="52120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0" y="2834640"/>
            <a:ext cx="54864" cy="685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834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Tests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sessions, middleware bypass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657600"/>
            <a:ext cx="52120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0" y="3657600"/>
            <a:ext cx="54864" cy="6858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657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8912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Team Tests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force, injection, prototype pollution, info leaks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$6.3T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51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65176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9184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Affiliate Commissions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referral fees on every purchase routed through UniversalCart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291840"/>
            <a:ext cx="265176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7560" y="32918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Subscription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 for unlimited AI checkouts, priority deal alerts, advanced analytics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265176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3291840"/>
            <a:ext cx="26517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Insights (Anonymized)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shopping trend data for brands and retailers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New in v0.5.0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Zod Schema Validation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30+ endpoints validated with typed schemas, field-level error messages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passwords, session management, timing-safe comparison, middleware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Config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on bad env vars, production warnings, formatted config summary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057400"/>
            <a:ext cx="54864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Logging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 production, colorized dev output, PII redaction, child loggers, request timing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Reconnection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with jitter, heartbeat, message queuing, 50 retry limit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017520"/>
            <a:ext cx="54864" cy="7772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lint, test matrix (Node 18/20/22), security audit, Docker build, deploy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 3.1 Spec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documentation with Swagger UI, all schemas and error responses documented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977640"/>
            <a:ext cx="54864" cy="777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176 Adversarial Tests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auth, and red team suites covering brute force, XSS, injection, info leaks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Show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Say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 with extension. Navigate to Amazon.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floating 'Add to Cart' button auto-detected on product page.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762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176272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from Amazon + a Shopify store.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176272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that different vendors land in one unified cart.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706624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popup. Show cart with multi-vendor items.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706624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live prices, vendor tags, and price history sparklines.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369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236976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an item. Open price analytics panel.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236976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BUY / WAIT / HOLD recommendations.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673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767328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Dashboard. Hit 'Checkout All'.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767328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real-time WebSocket feed: forms, promos, CAPTCHAs.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deal notifications. Open deals tab.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found a 20% code overnight from auto-newsletter signup.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UniversalCart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online shopping is one cart, one click, zero friction.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108960"/>
            <a:ext cx="36576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drinkmycotea@gmail.com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github.com/shroominati/universalcart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UniversalCart — Investor Demo v0.5.0</dc:title>
  <dc:subject>PptxGenJS Presentation</dc:subject>
  <dc:creator>UniversalCart</dc:creator>
  <cp:lastModifiedBy>UniversalCart</cp:lastModifiedBy>
  <cp:revision>1</cp:revision>
  <dcterms:created xsi:type="dcterms:W3CDTF">2026-03-17T01:44:21Z</dcterms:created>
  <dcterms:modified xsi:type="dcterms:W3CDTF">2026-03-17T01:44:21Z</dcterms:modified>
</cp:coreProperties>
</file>